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56" r:id="rId5"/>
    <p:sldId id="339" r:id="rId6"/>
    <p:sldId id="340" r:id="rId7"/>
    <p:sldId id="34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wski Mariusz" initials="RM" lastIdx="2" clrIdx="0">
    <p:extLst>
      <p:ext uri="{19B8F6BF-5375-455C-9EA6-DF929625EA0E}">
        <p15:presenceInfo xmlns:p15="http://schemas.microsoft.com/office/powerpoint/2012/main" userId="S::mariusz.rawski@pw.edu.pl::7a2698c6-bff5-4338-8501-98760cf5a2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62C"/>
    <a:srgbClr val="F25928"/>
    <a:srgbClr val="F8AF8A"/>
    <a:srgbClr val="F67D4C"/>
    <a:srgbClr val="F47545"/>
    <a:srgbClr val="BA3026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04E2E-9780-47BC-B1BE-71E54EF4E1A0}" v="25" dt="2025-03-06T22:26:16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78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wski Mariusz" userId="7a2698c6-bff5-4338-8501-98760cf5a2ea" providerId="ADAL" clId="{75304E2E-9780-47BC-B1BE-71E54EF4E1A0}"/>
    <pc:docChg chg="undo custSel modSld">
      <pc:chgData name="Rawski Mariusz" userId="7a2698c6-bff5-4338-8501-98760cf5a2ea" providerId="ADAL" clId="{75304E2E-9780-47BC-B1BE-71E54EF4E1A0}" dt="2025-03-06T22:25:17.369" v="1178" actId="20577"/>
      <pc:docMkLst>
        <pc:docMk/>
      </pc:docMkLst>
      <pc:sldChg chg="addSp delSp modSp mod">
        <pc:chgData name="Rawski Mariusz" userId="7a2698c6-bff5-4338-8501-98760cf5a2ea" providerId="ADAL" clId="{75304E2E-9780-47BC-B1BE-71E54EF4E1A0}" dt="2025-03-06T22:18:11.193" v="847" actId="20577"/>
        <pc:sldMkLst>
          <pc:docMk/>
          <pc:sldMk cId="2843307818" sldId="336"/>
        </pc:sldMkLst>
        <pc:spChg chg="mod">
          <ac:chgData name="Rawski Mariusz" userId="7a2698c6-bff5-4338-8501-98760cf5a2ea" providerId="ADAL" clId="{75304E2E-9780-47BC-B1BE-71E54EF4E1A0}" dt="2025-03-06T22:18:11.193" v="847" actId="20577"/>
          <ac:spMkLst>
            <pc:docMk/>
            <pc:sldMk cId="2843307818" sldId="336"/>
            <ac:spMk id="3" creationId="{5D390AE3-6229-41A4-A0D3-672B6C5243E8}"/>
          </ac:spMkLst>
        </pc:spChg>
        <pc:spChg chg="mod">
          <ac:chgData name="Rawski Mariusz" userId="7a2698c6-bff5-4338-8501-98760cf5a2ea" providerId="ADAL" clId="{75304E2E-9780-47BC-B1BE-71E54EF4E1A0}" dt="2025-03-06T22:17:39.025" v="828" actId="6549"/>
          <ac:spMkLst>
            <pc:docMk/>
            <pc:sldMk cId="2843307818" sldId="336"/>
            <ac:spMk id="10" creationId="{5F25702E-18E0-45B1-BE5A-D77E9A1B0713}"/>
          </ac:spMkLst>
        </pc:spChg>
        <pc:picChg chg="add mod">
          <ac:chgData name="Rawski Mariusz" userId="7a2698c6-bff5-4338-8501-98760cf5a2ea" providerId="ADAL" clId="{75304E2E-9780-47BC-B1BE-71E54EF4E1A0}" dt="2025-03-06T20:00:58.681" v="6" actId="1076"/>
          <ac:picMkLst>
            <pc:docMk/>
            <pc:sldMk cId="2843307818" sldId="336"/>
            <ac:picMk id="7" creationId="{21D1CB00-B6D1-746F-D72F-A5CE797639CA}"/>
          </ac:picMkLst>
        </pc:picChg>
        <pc:picChg chg="add mod">
          <ac:chgData name="Rawski Mariusz" userId="7a2698c6-bff5-4338-8501-98760cf5a2ea" providerId="ADAL" clId="{75304E2E-9780-47BC-B1BE-71E54EF4E1A0}" dt="2025-03-06T20:07:50.652" v="308" actId="1076"/>
          <ac:picMkLst>
            <pc:docMk/>
            <pc:sldMk cId="2843307818" sldId="336"/>
            <ac:picMk id="9" creationId="{DCE6D67A-F176-4356-6DA4-537F79269023}"/>
          </ac:picMkLst>
        </pc:picChg>
        <pc:picChg chg="del mod">
          <ac:chgData name="Rawski Mariusz" userId="7a2698c6-bff5-4338-8501-98760cf5a2ea" providerId="ADAL" clId="{75304E2E-9780-47BC-B1BE-71E54EF4E1A0}" dt="2025-03-06T20:07:35.775" v="304" actId="478"/>
          <ac:picMkLst>
            <pc:docMk/>
            <pc:sldMk cId="2843307818" sldId="336"/>
            <ac:picMk id="12" creationId="{F669CFBA-014A-409B-8DD6-0DE3C54260D7}"/>
          </ac:picMkLst>
        </pc:picChg>
        <pc:picChg chg="del">
          <ac:chgData name="Rawski Mariusz" userId="7a2698c6-bff5-4338-8501-98760cf5a2ea" providerId="ADAL" clId="{75304E2E-9780-47BC-B1BE-71E54EF4E1A0}" dt="2025-03-06T20:00:37.763" v="0" actId="478"/>
          <ac:picMkLst>
            <pc:docMk/>
            <pc:sldMk cId="2843307818" sldId="336"/>
            <ac:picMk id="1026" creationId="{44F3E06F-144D-4067-8BE2-A744ED0391E2}"/>
          </ac:picMkLst>
        </pc:picChg>
      </pc:sldChg>
      <pc:sldChg chg="modSp mod">
        <pc:chgData name="Rawski Mariusz" userId="7a2698c6-bff5-4338-8501-98760cf5a2ea" providerId="ADAL" clId="{75304E2E-9780-47BC-B1BE-71E54EF4E1A0}" dt="2025-03-06T22:15:19.647" v="713"/>
        <pc:sldMkLst>
          <pc:docMk/>
          <pc:sldMk cId="536636040" sldId="337"/>
        </pc:sldMkLst>
        <pc:spChg chg="mod">
          <ac:chgData name="Rawski Mariusz" userId="7a2698c6-bff5-4338-8501-98760cf5a2ea" providerId="ADAL" clId="{75304E2E-9780-47BC-B1BE-71E54EF4E1A0}" dt="2025-03-06T22:15:19.647" v="713"/>
          <ac:spMkLst>
            <pc:docMk/>
            <pc:sldMk cId="536636040" sldId="337"/>
            <ac:spMk id="7" creationId="{F6AB71B1-C586-44A9-A799-0647E3C4BA38}"/>
          </ac:spMkLst>
        </pc:spChg>
      </pc:sldChg>
      <pc:sldChg chg="addSp delSp modSp mod">
        <pc:chgData name="Rawski Mariusz" userId="7a2698c6-bff5-4338-8501-98760cf5a2ea" providerId="ADAL" clId="{75304E2E-9780-47BC-B1BE-71E54EF4E1A0}" dt="2025-03-06T22:19:10.131" v="881" actId="20577"/>
        <pc:sldMkLst>
          <pc:docMk/>
          <pc:sldMk cId="3989027374" sldId="338"/>
        </pc:sldMkLst>
        <pc:spChg chg="mod">
          <ac:chgData name="Rawski Mariusz" userId="7a2698c6-bff5-4338-8501-98760cf5a2ea" providerId="ADAL" clId="{75304E2E-9780-47BC-B1BE-71E54EF4E1A0}" dt="2025-03-06T22:19:10.131" v="881" actId="20577"/>
          <ac:spMkLst>
            <pc:docMk/>
            <pc:sldMk cId="3989027374" sldId="338"/>
            <ac:spMk id="3" creationId="{AC18342B-DA2D-4143-92CA-B382F03E09B4}"/>
          </ac:spMkLst>
        </pc:spChg>
        <pc:picChg chg="add del mod">
          <ac:chgData name="Rawski Mariusz" userId="7a2698c6-bff5-4338-8501-98760cf5a2ea" providerId="ADAL" clId="{75304E2E-9780-47BC-B1BE-71E54EF4E1A0}" dt="2025-03-06T20:43:50.188" v="702" actId="14826"/>
          <ac:picMkLst>
            <pc:docMk/>
            <pc:sldMk cId="3989027374" sldId="338"/>
            <ac:picMk id="7" creationId="{017B470E-BABC-430B-95B9-72FBA4EB6B89}"/>
          </ac:picMkLst>
        </pc:picChg>
        <pc:picChg chg="add mod">
          <ac:chgData name="Rawski Mariusz" userId="7a2698c6-bff5-4338-8501-98760cf5a2ea" providerId="ADAL" clId="{75304E2E-9780-47BC-B1BE-71E54EF4E1A0}" dt="2025-03-06T20:43:28.430" v="694"/>
          <ac:picMkLst>
            <pc:docMk/>
            <pc:sldMk cId="3989027374" sldId="338"/>
            <ac:picMk id="8" creationId="{F1FAF8D8-7483-1571-9CFA-A044E8B2D28A}"/>
          </ac:picMkLst>
        </pc:picChg>
        <pc:picChg chg="add mod">
          <ac:chgData name="Rawski Mariusz" userId="7a2698c6-bff5-4338-8501-98760cf5a2ea" providerId="ADAL" clId="{75304E2E-9780-47BC-B1BE-71E54EF4E1A0}" dt="2025-03-06T20:43:37.349" v="700"/>
          <ac:picMkLst>
            <pc:docMk/>
            <pc:sldMk cId="3989027374" sldId="338"/>
            <ac:picMk id="10" creationId="{45EB7C4E-2A41-D92F-5FBD-219A6CDDD128}"/>
          </ac:picMkLst>
        </pc:picChg>
      </pc:sldChg>
      <pc:sldChg chg="addSp delSp modSp mod">
        <pc:chgData name="Rawski Mariusz" userId="7a2698c6-bff5-4338-8501-98760cf5a2ea" providerId="ADAL" clId="{75304E2E-9780-47BC-B1BE-71E54EF4E1A0}" dt="2025-03-06T22:25:17.369" v="1178" actId="20577"/>
        <pc:sldMkLst>
          <pc:docMk/>
          <pc:sldMk cId="2308914900" sldId="339"/>
        </pc:sldMkLst>
        <pc:spChg chg="mod">
          <ac:chgData name="Rawski Mariusz" userId="7a2698c6-bff5-4338-8501-98760cf5a2ea" providerId="ADAL" clId="{75304E2E-9780-47BC-B1BE-71E54EF4E1A0}" dt="2025-03-06T22:25:17.369" v="1178" actId="20577"/>
          <ac:spMkLst>
            <pc:docMk/>
            <pc:sldMk cId="2308914900" sldId="339"/>
            <ac:spMk id="3" creationId="{5D390AE3-6229-41A4-A0D3-672B6C5243E8}"/>
          </ac:spMkLst>
        </pc:spChg>
        <pc:spChg chg="mod">
          <ac:chgData name="Rawski Mariusz" userId="7a2698c6-bff5-4338-8501-98760cf5a2ea" providerId="ADAL" clId="{75304E2E-9780-47BC-B1BE-71E54EF4E1A0}" dt="2025-03-06T22:25:11.449" v="1176" actId="20578"/>
          <ac:spMkLst>
            <pc:docMk/>
            <pc:sldMk cId="2308914900" sldId="339"/>
            <ac:spMk id="10" creationId="{5F25702E-18E0-45B1-BE5A-D77E9A1B0713}"/>
          </ac:spMkLst>
        </pc:spChg>
        <pc:picChg chg="add mod">
          <ac:chgData name="Rawski Mariusz" userId="7a2698c6-bff5-4338-8501-98760cf5a2ea" providerId="ADAL" clId="{75304E2E-9780-47BC-B1BE-71E54EF4E1A0}" dt="2025-03-06T22:19:53.683" v="889" actId="1076"/>
          <ac:picMkLst>
            <pc:docMk/>
            <pc:sldMk cId="2308914900" sldId="339"/>
            <ac:picMk id="7" creationId="{276F2114-B1F1-85F6-0798-2C659A5F287F}"/>
          </ac:picMkLst>
        </pc:picChg>
        <pc:picChg chg="add mod">
          <ac:chgData name="Rawski Mariusz" userId="7a2698c6-bff5-4338-8501-98760cf5a2ea" providerId="ADAL" clId="{75304E2E-9780-47BC-B1BE-71E54EF4E1A0}" dt="2025-03-06T22:21:25.538" v="945" actId="14100"/>
          <ac:picMkLst>
            <pc:docMk/>
            <pc:sldMk cId="2308914900" sldId="339"/>
            <ac:picMk id="9" creationId="{FCD6DB21-2ED5-1580-E9ED-3E25D7C800ED}"/>
          </ac:picMkLst>
        </pc:picChg>
        <pc:picChg chg="del">
          <ac:chgData name="Rawski Mariusz" userId="7a2698c6-bff5-4338-8501-98760cf5a2ea" providerId="ADAL" clId="{75304E2E-9780-47BC-B1BE-71E54EF4E1A0}" dt="2025-03-06T22:19:51.203" v="888" actId="478"/>
          <ac:picMkLst>
            <pc:docMk/>
            <pc:sldMk cId="2308914900" sldId="339"/>
            <ac:picMk id="24" creationId="{56BB3E6D-B0BA-4777-A748-2402DD5579EB}"/>
          </ac:picMkLst>
        </pc:picChg>
        <pc:picChg chg="del">
          <ac:chgData name="Rawski Mariusz" userId="7a2698c6-bff5-4338-8501-98760cf5a2ea" providerId="ADAL" clId="{75304E2E-9780-47BC-B1BE-71E54EF4E1A0}" dt="2025-03-06T22:21:27.372" v="946" actId="478"/>
          <ac:picMkLst>
            <pc:docMk/>
            <pc:sldMk cId="2308914900" sldId="339"/>
            <ac:picMk id="26" creationId="{AF76C5F4-F9D8-4859-8FAE-66A7A5848292}"/>
          </ac:picMkLst>
        </pc:picChg>
      </pc:sldChg>
    </pc:docChg>
  </pc:docChgLst>
  <pc:docChgLst>
    <pc:chgData name="Rawski Mariusz" userId="7a2698c6-bff5-4338-8501-98760cf5a2ea" providerId="ADAL" clId="{C4A25EF8-45B6-425F-BB3A-AC59C6549492}"/>
    <pc:docChg chg="modSld">
      <pc:chgData name="Rawski Mariusz" userId="7a2698c6-bff5-4338-8501-98760cf5a2ea" providerId="ADAL" clId="{C4A25EF8-45B6-425F-BB3A-AC59C6549492}" dt="2025-03-03T11:05:47.192" v="1" actId="20577"/>
      <pc:docMkLst>
        <pc:docMk/>
      </pc:docMkLst>
      <pc:sldChg chg="modSp mod">
        <pc:chgData name="Rawski Mariusz" userId="7a2698c6-bff5-4338-8501-98760cf5a2ea" providerId="ADAL" clId="{C4A25EF8-45B6-425F-BB3A-AC59C6549492}" dt="2025-03-03T11:05:47.192" v="1" actId="20577"/>
        <pc:sldMkLst>
          <pc:docMk/>
          <pc:sldMk cId="536636040" sldId="337"/>
        </pc:sldMkLst>
        <pc:spChg chg="mod">
          <ac:chgData name="Rawski Mariusz" userId="7a2698c6-bff5-4338-8501-98760cf5a2ea" providerId="ADAL" clId="{C4A25EF8-45B6-425F-BB3A-AC59C6549492}" dt="2025-03-03T11:05:47.192" v="1" actId="20577"/>
          <ac:spMkLst>
            <pc:docMk/>
            <pc:sldMk cId="536636040" sldId="337"/>
            <ac:spMk id="7" creationId="{F6AB71B1-C586-44A9-A799-0647E3C4BA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84501-9C4F-49F1-8D1C-84B3DF4F56FD}" type="datetimeFigureOut">
              <a:rPr lang="pl-PL" smtClean="0"/>
              <a:t>08.03.2025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EFE4B-75A4-4E63-BFB0-8F7C7E7FC34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221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3EFE4B-75A4-4E63-BFB0-8F7C7E7FC346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70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0404D2-3DEF-47D9-9975-8A6CE0247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3175">
            <a:solidFill>
              <a:schemeClr val="tx1"/>
            </a:solidFill>
          </a:ln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23286B3-19F9-430E-874E-63DCA6E23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7FB30A-4066-42F4-9732-8E56C524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77CDB-A228-4190-9391-24512EC407EE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1581390-6151-486A-BA9B-733A2FC0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8E8BED-699B-481F-93B3-4D3B14C6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CB816882-A88F-4F2D-9F05-30C756BABE70}"/>
              </a:ext>
            </a:extLst>
          </p:cNvPr>
          <p:cNvSpPr/>
          <p:nvPr userDrawn="1"/>
        </p:nvSpPr>
        <p:spPr>
          <a:xfrm>
            <a:off x="10668000" y="1122363"/>
            <a:ext cx="342900" cy="2387600"/>
          </a:xfrm>
          <a:prstGeom prst="rect">
            <a:avLst/>
          </a:prstGeom>
          <a:solidFill>
            <a:srgbClr val="A4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121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35B3F782-AA5B-4F49-BD78-6C8E7D4DF2F1}"/>
              </a:ext>
            </a:extLst>
          </p:cNvPr>
          <p:cNvGrpSpPr/>
          <p:nvPr userDrawn="1"/>
        </p:nvGrpSpPr>
        <p:grpSpPr>
          <a:xfrm>
            <a:off x="0" y="6297386"/>
            <a:ext cx="8499367" cy="517071"/>
            <a:chOff x="0" y="6297386"/>
            <a:chExt cx="8499367" cy="517071"/>
          </a:xfrm>
          <a:solidFill>
            <a:srgbClr val="A40000"/>
          </a:solidFill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46A57610-012B-4D11-A3F5-8543F44098EF}"/>
                </a:ext>
              </a:extLst>
            </p:cNvPr>
            <p:cNvSpPr/>
            <p:nvPr userDrawn="1"/>
          </p:nvSpPr>
          <p:spPr>
            <a:xfrm>
              <a:off x="0" y="6297387"/>
              <a:ext cx="8153400" cy="51707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0" name="Owal 9">
              <a:extLst>
                <a:ext uri="{FF2B5EF4-FFF2-40B4-BE49-F238E27FC236}">
                  <a16:creationId xmlns:a16="http://schemas.microsoft.com/office/drawing/2014/main" id="{018CD4A1-E3CB-43FC-97A3-D55C2CD03225}"/>
                </a:ext>
              </a:extLst>
            </p:cNvPr>
            <p:cNvSpPr/>
            <p:nvPr userDrawn="1"/>
          </p:nvSpPr>
          <p:spPr>
            <a:xfrm>
              <a:off x="7807432" y="6297386"/>
              <a:ext cx="691935" cy="5170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50C54470-D15F-4A36-ABFE-1F751078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0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8A4532-D114-45DB-B6D2-39CED05CD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  <a:ln>
            <a:noFill/>
          </a:ln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6056A6-3BD4-46AB-B40E-1245D2FE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E64-2F83-4963-AE41-21251B9ED948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794492F-BBB0-42A7-844A-9DF4B648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58E479-7AAC-4972-9DE8-3573F5BB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B25288BC-0648-4DAE-BC21-0A1867055651}"/>
              </a:ext>
            </a:extLst>
          </p:cNvPr>
          <p:cNvSpPr/>
          <p:nvPr userDrawn="1"/>
        </p:nvSpPr>
        <p:spPr>
          <a:xfrm>
            <a:off x="11353800" y="365126"/>
            <a:ext cx="97971" cy="641804"/>
          </a:xfrm>
          <a:prstGeom prst="rect">
            <a:avLst/>
          </a:prstGeom>
          <a:solidFill>
            <a:srgbClr val="A4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7275E0DE-1264-4096-9B39-2D81D079602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06930"/>
            <a:ext cx="10613571" cy="0"/>
          </a:xfrm>
          <a:prstGeom prst="line">
            <a:avLst/>
          </a:prstGeom>
          <a:ln>
            <a:solidFill>
              <a:srgbClr val="A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16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78BEFF-7F2C-49CD-990B-C3DF9384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410C8C9-440E-4042-B0FD-6D766B484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E43C41-6569-4B14-8336-B5F0E199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E4A6-F1E0-4E52-9F7C-6EA6F02B368C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C24281-120D-48A8-BF6D-AC5E6FF1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8825D47-3EA5-4BD5-963A-B12CAC20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454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5D3576-CB93-451A-8B04-EBE508B6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0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9BF94B-40FC-487F-B4D5-C2E51030A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04900"/>
            <a:ext cx="5181600" cy="5072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F430112-B6F8-452C-8CB2-58D757343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04900"/>
            <a:ext cx="5181600" cy="50720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A8AA03C-E220-4769-A035-27080E8F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63B0-22FE-435D-BBFD-DFB9525C4070}" type="datetime1">
              <a:rPr lang="pl-PL" smtClean="0"/>
              <a:t>08.03.2025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9C1449B-5B5D-45EB-ABCC-50636C26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1663C36-F421-4D05-956E-99CC3E52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0E7B87E9-6126-4D4A-AFD7-A1873FD8E4F3}"/>
              </a:ext>
            </a:extLst>
          </p:cNvPr>
          <p:cNvSpPr/>
          <p:nvPr userDrawn="1"/>
        </p:nvSpPr>
        <p:spPr>
          <a:xfrm>
            <a:off x="11353800" y="365126"/>
            <a:ext cx="97971" cy="641804"/>
          </a:xfrm>
          <a:prstGeom prst="rect">
            <a:avLst/>
          </a:prstGeom>
          <a:solidFill>
            <a:srgbClr val="A4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1A7140AB-8B14-46EA-878E-E41F147E116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06930"/>
            <a:ext cx="10613571" cy="0"/>
          </a:xfrm>
          <a:prstGeom prst="line">
            <a:avLst/>
          </a:prstGeom>
          <a:ln>
            <a:solidFill>
              <a:srgbClr val="A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33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5CCDCBB-A82C-4412-83CE-7B3C49E5F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47179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8192357-88AA-4A23-8D4A-DDCE1F179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11339"/>
            <a:ext cx="5157787" cy="42783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962BBED-262E-41D8-9163-3F8074100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7179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FFF399A-ED7D-47F4-BE58-E81520835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11339"/>
            <a:ext cx="5183188" cy="42783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CD4E5BC-B1CB-4886-A833-FF9BB962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F78EA-844E-4D2A-80FC-6F23FFDCBE63}" type="datetime1">
              <a:rPr lang="pl-PL" smtClean="0"/>
              <a:t>08.03.2025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70F1DF8-1415-4D9F-B0FE-81D020DE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BE48CD5-37CB-4C43-A7DA-8E3F1D92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ytuł 1">
            <a:extLst>
              <a:ext uri="{FF2B5EF4-FFF2-40B4-BE49-F238E27FC236}">
                <a16:creationId xmlns:a16="http://schemas.microsoft.com/office/drawing/2014/main" id="{E8B0C330-8C46-4DB4-BFB2-66CD7EF6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0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020F7EC4-5852-4520-95EE-A2FE37AF8FD0}"/>
              </a:ext>
            </a:extLst>
          </p:cNvPr>
          <p:cNvSpPr/>
          <p:nvPr userDrawn="1"/>
        </p:nvSpPr>
        <p:spPr>
          <a:xfrm>
            <a:off x="11353800" y="365126"/>
            <a:ext cx="97971" cy="641804"/>
          </a:xfrm>
          <a:prstGeom prst="rect">
            <a:avLst/>
          </a:prstGeom>
          <a:solidFill>
            <a:srgbClr val="A4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3135D313-0E92-40D3-A667-8C2D2817FDE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06930"/>
            <a:ext cx="10613571" cy="0"/>
          </a:xfrm>
          <a:prstGeom prst="line">
            <a:avLst/>
          </a:prstGeom>
          <a:ln>
            <a:solidFill>
              <a:srgbClr val="A4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44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579120-511A-49C0-9577-25432F7C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63EBBCD-9C4E-4376-947D-EFF215E1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AEDEB-0021-4D55-83BF-05A2CC2493C8}" type="datetime1">
              <a:rPr lang="pl-PL" smtClean="0"/>
              <a:t>08.03.2025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93FDBE2-6A99-42A6-B5AB-6EA381AE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3579D8A-942C-46C2-881B-D2C2C11B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91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50D137F-8844-475A-B196-6BF755A9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57EAF-7B95-43C2-BE34-111F2D2DD0BE}" type="datetime1">
              <a:rPr lang="pl-PL" smtClean="0"/>
              <a:t>08.03.2025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EBCD449-B634-473A-8633-1E3DCE96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3C79C3C-21EC-4514-A8D1-E9C6C5DF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514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44B74F-3FD1-40B4-A2F3-6D6EF30E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F8B315-B2E6-4DEB-91A3-74FFFEC8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5C946E0-2461-45DB-8EEA-31EA9DF2E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FDB30A9-6322-489D-8D15-96FB8588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0562-AB00-45AC-830B-2186A1DA7258}" type="datetime1">
              <a:rPr lang="pl-PL" smtClean="0"/>
              <a:t>08.03.2025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B3350C2-9292-4537-8D05-CD63FF8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EB97B69-8063-4F0F-B32F-B099E144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225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7ABF4C-6942-45CE-9583-71E817BF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E600229-378D-4556-B178-68E081116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4E2FEB-D033-44A8-9F7F-7B7841BD7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B567FB8-4DF6-4AE4-832C-49A9DF49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6ADB6-AFBE-4509-84D4-66A692FEA811}" type="datetime1">
              <a:rPr lang="pl-PL" smtClean="0"/>
              <a:t>08.03.2025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7129A62-D5F5-4B3F-8313-9628FB99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D37B85A-5A45-4ED7-A8B2-58226648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527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B493A1-841B-4BB9-8A16-C7DE699C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6D0C4C4-7D3B-4BC9-90B0-AF7B5A8E3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576C47-66C4-4096-BD3F-C8978615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94CC-F3C4-4E9C-935B-185A20BF147D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AB82271-0490-4FFB-950F-C317C248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7D395F3-7BDB-4C4A-83B8-9FD691F6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052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0BAAD01-1F11-4E0B-BFFA-94EE2C060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188A043-6EB1-4C0E-9AFC-B81B89C62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1D7777A-BF2A-4382-AFD5-1AE8963B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1F788-E4C0-4DB3-AAB7-FD7FC9954EA6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68A129-6C33-4FFC-BA45-88E79FD8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Systemy Cyfrowe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C9BEE61-7407-4025-B82B-6D42DF81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715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54DB3B1-7B7D-4F3A-8318-C6E7F5AC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17B2D08-DDAC-4230-9A89-93E79ADE7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5893"/>
            <a:ext cx="10515600" cy="511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49F42C-2DF9-4FDC-A3DC-5219C8472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C9FE1F-817C-4B45-AF35-65248ECF4174}" type="datetime1">
              <a:rPr lang="pl-PL" smtClean="0"/>
              <a:t>08.03.2025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2F44D45-3714-4DE0-B50B-D8BE0244E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l-PL"/>
              <a:t>Systemy Cyfrowe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F4D0370-2E18-40AC-A18F-447AECF9C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577E-06E1-4E1F-9685-828D1A79FC01}" type="slidenum">
              <a:rPr lang="pl-PL" smtClean="0"/>
              <a:t>‹#›</a:t>
            </a:fld>
            <a:endParaRPr lang="pl-PL"/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ABE90345-0E46-4466-AFE3-2877BD181D1D}"/>
              </a:ext>
            </a:extLst>
          </p:cNvPr>
          <p:cNvGrpSpPr/>
          <p:nvPr userDrawn="1"/>
        </p:nvGrpSpPr>
        <p:grpSpPr>
          <a:xfrm>
            <a:off x="0" y="6297386"/>
            <a:ext cx="8499367" cy="517071"/>
            <a:chOff x="0" y="6297386"/>
            <a:chExt cx="8499367" cy="517071"/>
          </a:xfrm>
          <a:solidFill>
            <a:srgbClr val="A40000"/>
          </a:solidFill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1A8CBBEC-A7D4-4A94-ADE7-984F401EF2D7}"/>
                </a:ext>
              </a:extLst>
            </p:cNvPr>
            <p:cNvSpPr/>
            <p:nvPr userDrawn="1"/>
          </p:nvSpPr>
          <p:spPr>
            <a:xfrm>
              <a:off x="0" y="6297387"/>
              <a:ext cx="8153400" cy="51707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9" name="Owal 8">
              <a:extLst>
                <a:ext uri="{FF2B5EF4-FFF2-40B4-BE49-F238E27FC236}">
                  <a16:creationId xmlns:a16="http://schemas.microsoft.com/office/drawing/2014/main" id="{C99BAAB8-BFE8-4C31-B2A5-0AF30A53674B}"/>
                </a:ext>
              </a:extLst>
            </p:cNvPr>
            <p:cNvSpPr/>
            <p:nvPr userDrawn="1"/>
          </p:nvSpPr>
          <p:spPr>
            <a:xfrm>
              <a:off x="7807432" y="6297386"/>
              <a:ext cx="691935" cy="5170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106014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B9D131-9E77-45DA-95F2-1523E79ED0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pl-PL" dirty="0"/>
              <a:t>Systemy Cyfrowe</a:t>
            </a:r>
            <a:br>
              <a:rPr lang="pl-PL" dirty="0"/>
            </a:br>
            <a:r>
              <a:rPr lang="pl-PL" dirty="0"/>
              <a:t>		– Projekt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F6ED1A7-28BE-4948-B21C-54544AC72C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Mariusz Rawski</a:t>
            </a:r>
          </a:p>
          <a:p>
            <a:r>
              <a:rPr lang="pl-PL" sz="1800" dirty="0"/>
              <a:t>rawski@tele.pw.edu.pl</a:t>
            </a:r>
          </a:p>
          <a:p>
            <a:r>
              <a:rPr lang="pl-PL" sz="1800" dirty="0"/>
              <a:t>http://rawski.zcb.tele.pw.edu.pl/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493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876FD3-2636-4BEE-B1DC-619A0D64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Wprowadzenie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D390AE3-6229-41A4-A0D3-672B6C5243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Pierwsze analizy wskazują, że zarejestrowany sygnał może zawierać informacje nienaturalnego pochodzenia. Specjaliści uważają, że należy poszukiwać silnego sygnału nadawanego w wąskim zakresie częstotliwości.</a:t>
            </a:r>
          </a:p>
          <a:p>
            <a:endParaRPr lang="pl-PL" dirty="0"/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5F25702E-18E0-45B1-BE5A-D77E9A1B07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l-PL" sz="2000" dirty="0"/>
              <a:t>Zespół NASA utracił połączenie z łazikiem marsjańskim. Podejrzewa się, że łazik ciągle próbuje nawiązać komunikację. Wykorzystując radioteleskop VLA nasłuchuje się sygnałów w nadziei, że zostanie wykryta próba komunikacji. 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8339E7E-04AE-4272-B82C-8116C74D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Systemy Cyfrowe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59F70B2-0F5E-40AA-8BF1-E58C60BF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577E-06E1-4E1F-9685-828D1A79FC01}" type="slidenum">
              <a:rPr lang="pl-PL" smtClean="0"/>
              <a:pPr/>
              <a:t>2</a:t>
            </a:fld>
            <a:endParaRPr lang="pl-PL" dirty="0"/>
          </a:p>
        </p:txBody>
      </p:sp>
      <p:pic>
        <p:nvPicPr>
          <p:cNvPr id="7" name="Obraz 6" descr="Obraz zawierający opona, na wolnym powietrzu, ziemia, koł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76F2114-B1F1-85F6-0798-2C659A5F2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18" y="1186317"/>
            <a:ext cx="5012964" cy="2819792"/>
          </a:xfrm>
          <a:prstGeom prst="rect">
            <a:avLst/>
          </a:prstGeom>
        </p:spPr>
      </p:pic>
      <p:pic>
        <p:nvPicPr>
          <p:cNvPr id="9" name="Obraz 8" descr="Obraz zawierający Radioteleskop, niebo, na wolnym powietrzu, Radar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CD6DB21-2ED5-1580-E9ED-3E25D7C80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20" y="3640931"/>
            <a:ext cx="4364880" cy="232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14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FA0C9A-7A28-4CCA-A759-83CED657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963877"/>
            <a:ext cx="2133600" cy="4930246"/>
          </a:xfrm>
        </p:spPr>
        <p:txBody>
          <a:bodyPr>
            <a:normAutofit/>
          </a:bodyPr>
          <a:lstStyle/>
          <a:p>
            <a:pPr algn="r"/>
            <a:r>
              <a:rPr lang="pl-PL" dirty="0">
                <a:solidFill>
                  <a:schemeClr val="accent1"/>
                </a:solidFill>
              </a:rPr>
              <a:t>Sygnał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F6AB71B1-C586-44A9-A799-0647E3C4B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847" y="963877"/>
            <a:ext cx="8520954" cy="4930246"/>
          </a:xfrm>
        </p:spPr>
        <p:txBody>
          <a:bodyPr anchor="ctr">
            <a:normAutofit/>
          </a:bodyPr>
          <a:lstStyle/>
          <a:p>
            <a:endParaRPr lang="pl-PL" sz="2400" dirty="0"/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Oryginalny				signalNoise8.wav</a:t>
            </a:r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Wstępnie przetworzony a	signalNoise8_10.wav</a:t>
            </a:r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Wstępnie przetworzony b	signalNoise8_100.wav</a:t>
            </a:r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Próbki sygnału 			signalSample.txt</a:t>
            </a:r>
          </a:p>
          <a:p>
            <a:pPr marL="0" indent="0">
              <a:buNone/>
            </a:pPr>
            <a:endParaRPr lang="pl-P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l-PL" sz="2400" dirty="0"/>
          </a:p>
          <a:p>
            <a:endParaRPr lang="pl-PL" sz="2400" dirty="0"/>
          </a:p>
          <a:p>
            <a:endParaRPr lang="pl-PL" sz="2400" dirty="0"/>
          </a:p>
          <a:p>
            <a:endParaRPr lang="pl-PL" sz="2400" dirty="0"/>
          </a:p>
        </p:txBody>
      </p:sp>
      <p:sp>
        <p:nvSpPr>
          <p:cNvPr id="37" name="Symbol zastępczy stopki 3">
            <a:extLst>
              <a:ext uri="{FF2B5EF4-FFF2-40B4-BE49-F238E27FC236}">
                <a16:creationId xmlns:a16="http://schemas.microsoft.com/office/drawing/2014/main" id="{C68E2D18-5BB4-4F33-AF97-83DE9A64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l-PL" dirty="0"/>
              <a:t>Systemy Cyfrowe</a:t>
            </a:r>
          </a:p>
        </p:txBody>
      </p:sp>
      <p:sp>
        <p:nvSpPr>
          <p:cNvPr id="40" name="Symbol zastępczy numeru slajdu 4">
            <a:extLst>
              <a:ext uri="{FF2B5EF4-FFF2-40B4-BE49-F238E27FC236}">
                <a16:creationId xmlns:a16="http://schemas.microsoft.com/office/drawing/2014/main" id="{C1C9DDA1-DB67-4874-A49C-7991A7B5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E5C577E-06E1-4E1F-9685-828D1A79FC01}" type="slidenum">
              <a:rPr lang="pl-PL" smtClean="0"/>
              <a:pPr/>
              <a:t>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358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Obraz zawierający monitor&#10;&#10;Opis wygenerowany automatycznie">
            <a:extLst>
              <a:ext uri="{FF2B5EF4-FFF2-40B4-BE49-F238E27FC236}">
                <a16:creationId xmlns:a16="http://schemas.microsoft.com/office/drawing/2014/main" id="{1ED85A2E-8C75-485B-9A30-1F2E141AAE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88"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A0FD6A5-F4DF-4679-8D49-426FA10C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Zadanie</a:t>
            </a: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94CA83F-20EC-4ADA-A9FF-0E027824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68203" y="1232300"/>
            <a:ext cx="365760" cy="365125"/>
          </a:xfrm>
          <a:prstGeom prst="ellipse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fld id="{1E5C577E-06E1-4E1F-9685-828D1A79FC01}" type="slidenum">
              <a:rPr lang="pl-PL" sz="110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pl-PL" sz="110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18342B-DA2D-4143-92CA-B382F03E0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anchor="ctr">
            <a:normAutofit/>
          </a:bodyPr>
          <a:lstStyle/>
          <a:p>
            <a:r>
              <a:rPr lang="pl-PL" sz="1800" dirty="0"/>
              <a:t>Zaprojektować i zrealizować system sprzętowo-programowy, który pozwoli w jak najkrótszym czasie i jak najdokładniej przebadać odebrany sygnał w celu wykrycia zakresu fal, na których odbywa się potencjalna transmisja. 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3C1A0FE-1CF7-4F25-B78A-5F456E36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6573" y="6144611"/>
            <a:ext cx="3069020" cy="36197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l-PL" sz="1000">
                <a:solidFill>
                  <a:schemeClr val="tx1"/>
                </a:solidFill>
              </a:rPr>
              <a:t>Systemy Cyfrowe</a:t>
            </a:r>
          </a:p>
        </p:txBody>
      </p:sp>
    </p:spTree>
    <p:extLst>
      <p:ext uri="{BB962C8B-B14F-4D97-AF65-F5344CB8AC3E}">
        <p14:creationId xmlns:p14="http://schemas.microsoft.com/office/powerpoint/2010/main" val="14368803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1bceb6-fc76-499a-b138-c9cacf6ca88c">
      <Terms xmlns="http://schemas.microsoft.com/office/infopath/2007/PartnerControls"/>
    </lcf76f155ced4ddcb4097134ff3c332f>
    <TaxCatchAll xmlns="cde5ee52-3f98-4864-b23e-007b6ecb8b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B06B35C169F444EA8CDB1734D0A2B32" ma:contentTypeVersion="12" ma:contentTypeDescription="Utwórz nowy dokument." ma:contentTypeScope="" ma:versionID="088f3252c6d3be8913c6616fb74fdf76">
  <xsd:schema xmlns:xsd="http://www.w3.org/2001/XMLSchema" xmlns:xs="http://www.w3.org/2001/XMLSchema" xmlns:p="http://schemas.microsoft.com/office/2006/metadata/properties" xmlns:ns2="eb1bceb6-fc76-499a-b138-c9cacf6ca88c" xmlns:ns3="cde5ee52-3f98-4864-b23e-007b6ecb8bc8" targetNamespace="http://schemas.microsoft.com/office/2006/metadata/properties" ma:root="true" ma:fieldsID="00b7dac717b5a54eebfbf3f94fd20b06" ns2:_="" ns3:_="">
    <xsd:import namespace="eb1bceb6-fc76-499a-b138-c9cacf6ca88c"/>
    <xsd:import namespace="cde5ee52-3f98-4864-b23e-007b6ecb8bc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1bceb6-fc76-499a-b138-c9cacf6ca88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Tagi obrazów" ma:readOnly="false" ma:fieldId="{5cf76f15-5ced-4ddc-b409-7134ff3c332f}" ma:taxonomyMulti="true" ma:sspId="e1a26482-f116-441c-86cb-e37980d8bf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5ee52-3f98-4864-b23e-007b6ecb8bc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47cfbd9-2122-48f3-ad76-a4c2f6a4cf86}" ma:internalName="TaxCatchAll" ma:showField="CatchAllData" ma:web="cde5ee52-3f98-4864-b23e-007b6ecb8b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F5B91-AE73-4A43-8EB4-A6CDC024A06F}">
  <ds:schemaRefs>
    <ds:schemaRef ds:uri="http://schemas.microsoft.com/office/2006/metadata/properties"/>
    <ds:schemaRef ds:uri="http://schemas.microsoft.com/office/infopath/2007/PartnerControls"/>
    <ds:schemaRef ds:uri="eb1bceb6-fc76-499a-b138-c9cacf6ca88c"/>
    <ds:schemaRef ds:uri="cde5ee52-3f98-4864-b23e-007b6ecb8bc8"/>
  </ds:schemaRefs>
</ds:datastoreItem>
</file>

<file path=customXml/itemProps2.xml><?xml version="1.0" encoding="utf-8"?>
<ds:datastoreItem xmlns:ds="http://schemas.openxmlformats.org/officeDocument/2006/customXml" ds:itemID="{C8081B3A-E373-4C01-9A26-6DD6C3AB4F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1bceb6-fc76-499a-b138-c9cacf6ca88c"/>
    <ds:schemaRef ds:uri="cde5ee52-3f98-4864-b23e-007b6ecb8b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641C44-8F15-4AF7-8835-46B0BD6C6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166</Words>
  <Application>Microsoft Office PowerPoint</Application>
  <PresentationFormat>Widescreen</PresentationFormat>
  <Paragraphs>38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Motyw pakietu Office</vt:lpstr>
      <vt:lpstr>Systemy Cyfrowe   – Projekt</vt:lpstr>
      <vt:lpstr>Wprowadzenie</vt:lpstr>
      <vt:lpstr>Sygnał</vt:lpstr>
      <vt:lpstr>Zadanie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Systemy Cyfrowe   – Projekt</dc:title>
  <dc:creator>Rawski Mariusz</dc:creator>
  <cp:lastModifiedBy>Mariusz Rawski</cp:lastModifiedBy>
  <cp:revision>6</cp:revision>
  <dcterms:created xsi:type="dcterms:W3CDTF">2020-03-02T23:05:53Z</dcterms:created>
  <dcterms:modified xsi:type="dcterms:W3CDTF">2025-03-08T18:53:35Z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0x0101000B06B35C169F444EA8CDB1734D0A2B32</vt:lpwstr>
  </property>
  <property fmtid="{D5CDD505-2E9C-101B-9397-08002B2CF9AE}" pid="3" name="MediaServiceImageTags">
    <vt:lpwstr/>
  </property>
</Properties>
</file>